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7" r:id="rId10"/>
    <p:sldId id="266" r:id="rId11"/>
    <p:sldId id="265" r:id="rId12"/>
    <p:sldId id="262" r:id="rId13"/>
  </p:sldIdLst>
  <p:sldSz cx="6859588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956" y="-102"/>
      </p:cViewPr>
      <p:guideLst>
        <p:guide orient="horz" pos="2160"/>
        <p:guide pos="21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469" y="2130426"/>
            <a:ext cx="583065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938" y="3886200"/>
            <a:ext cx="4801712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127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093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860" y="4406901"/>
            <a:ext cx="583065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860" y="2906713"/>
            <a:ext cx="583065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440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80" y="1600201"/>
            <a:ext cx="302965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957" y="1600201"/>
            <a:ext cx="302965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60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79" y="1535113"/>
            <a:ext cx="303084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79" y="2174875"/>
            <a:ext cx="303084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4576" y="1535113"/>
            <a:ext cx="3032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4576" y="2174875"/>
            <a:ext cx="3032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611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11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652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80" y="273050"/>
            <a:ext cx="225675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908" y="273051"/>
            <a:ext cx="38347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80" y="1435101"/>
            <a:ext cx="225675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665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527" y="4800600"/>
            <a:ext cx="411575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527" y="612775"/>
            <a:ext cx="411575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527" y="5367338"/>
            <a:ext cx="411575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97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3201" y="274639"/>
            <a:ext cx="1543407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80" y="274639"/>
            <a:ext cx="4515895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545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980" y="274638"/>
            <a:ext cx="617362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80" y="1600201"/>
            <a:ext cx="617362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42979" y="6356351"/>
            <a:ext cx="16005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EB359-1275-4E74-9C09-9C97FEADBB39}" type="datetimeFigureOut">
              <a:rPr lang="zh-CN" altLang="en-US" smtClean="0"/>
              <a:t>2021/7/15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343693" y="6356351"/>
            <a:ext cx="2172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916038" y="6356351"/>
            <a:ext cx="16005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85F73-D8B9-4884-BEA6-B0108FD78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89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E:\工作\其他\公司产品资料\Logo\cataloge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685958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73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工作\其他\公司产品资料\Logo\cataloge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9587" cy="685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07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工作\其他\公司产品资料\Logo\cataloge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9587" cy="685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501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:\工作\其他\公司产品资料\Logo\cataloge\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9587" cy="685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69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:\工作\其他\公司产品资料\Logo\cataloge\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9587" cy="685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794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:\工作\其他\公司产品资料\Logo\cataloge\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26" y="0"/>
            <a:ext cx="688105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834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E:\工作\其他\公司产品资料\Logo\cataloge\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9587" cy="685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10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:\工作\其他\公司产品资料\Logo\cataloge\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6" y="0"/>
            <a:ext cx="6834947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108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E:\工作\其他\公司产品资料\Logo\cataloge\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772"/>
            <a:ext cx="6852235" cy="6863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108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:\工作\其他\公司产品资料\Logo\cataloge\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6" y="1"/>
            <a:ext cx="6848062" cy="687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108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E:\工作\其他\公司产品资料\Logo\cataloge\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64" y="0"/>
            <a:ext cx="6869526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10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E:\工作\其他\公司产品资料\Logo\cataloge\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26" y="0"/>
            <a:ext cx="688105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108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自定义</PresentationFormat>
  <Paragraphs>0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xb21cn</dc:creator>
  <cp:lastModifiedBy>xb21cn</cp:lastModifiedBy>
  <cp:revision>1</cp:revision>
  <dcterms:created xsi:type="dcterms:W3CDTF">2021-07-15T12:00:16Z</dcterms:created>
  <dcterms:modified xsi:type="dcterms:W3CDTF">2021-07-15T12:09:04Z</dcterms:modified>
</cp:coreProperties>
</file>